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study whether retaining four initial attention-sink tokens improves equal-book post-overflow NLL over window attention with a 1024-position retained KV budget. Scientific execution is authorized and in progress; pending stages have no assigned final verdict. The user explicitly waived procedural approvals and the 20 GPU-hour ceiling on 2026-10-09. This is an owner instruction, not a teacher approval or a peer signature. The main claim uses complete strict paired outputs, never a historical smoke.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StreamingLLM retains initial sinks and recent K/V. With GPT-NeoX RoPE, raw keys must be cached before rotation and receive positions continuous within the current cache on each forward. Matching only the new token's position ID cannot establish correct query-key distances. The pinned official patch is enabled on every layer of both arms. This restores the published baseline mechanism and is not an original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Pinned Pythia-2.8B and tokenizer; original ten PG19 test books, independent book resets. Input cap 16384; book 12204 has 7141 tokens. Total inputs 154597, predictions 154587, scored positions 144337 per arm/seed. Input x[i] predicts x[i+1]; eviction follows forward. First scored step 1025 predicts target x[1026]. A 4096-token smoke therefore scores 3070 positions. Text/model/token hashes and all per-book masks are checked.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estimand: seed-paired per-book NLL deltas averaged within book, then averaged equally over books. Percentile 95% CI uses 10000 book-cluster resamples, RNG seed 0. Actual model seeds 0, 1, 2 are distinct from bootstrap seeds and never create 30 independent books. Micro token NLL/PPL is secondary; exp(macro NLL) is macro-derived PPL. Fixtures test known probabilities, unequal lengths, boundaries and missing/duplicate/nonfinite contracts. An independent three-layer tiny GPT-NeoX reference checks trigonometric RoPE, raw-K, every layer K/V, attention and final logits through multiple evictions; real-model integration uses the full 32-layer pinned checkpoint. H800 fp16/bf16 tolerances are preset. The preset-tolerance GPU error-distribution capture is pending as a separate engineering release check. The audit script reconstructs NLL, PPL, book deltas, bootstrap intervals and actual seed spread directly from saved NPZ arrays; this remains agent engineering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Equal-book candidate-minus-baseline NLL difference -0.721756 nats/token; book-cluster 95% CI [-0.759084, -0.685837]; verdict supported. 10 books, actual model seeds [0, 1, 2]. Baseline macro NLL 3.151635, candidate 2.429879; secondary micro PPL 23.9581 versus 11.6922. Descriptive 512-step equal-book position bins: bin starting 1025: candidate-minus-baseline -0.611089 nats/token, 10 books; bin starting 15873: candidate-minus-baseline -0.749713 nats/token, 9 books. Partial last bins are not zero-padded; exact book coverage is saved in the companion CSV. Bin differences are secondary and do not replace the primary whole-scored-region book estimand. Paper arXiv v4 section 3.2 defines cache-relative positions; Figure 3 gives short-stream comparisons, Figure 5 super-long-stream results, and Figure 4 the cache schematic. The paper concatenates books; independent-book reset and post-overflow aggregation are explicit deviations. Formal methods are paired on the same existing H800 MIG 2g.20gb instance for each seed, with the same 30-SM hardware class across seeds. Full-GPU/MIG fp16 diagnostic outputs were not bitwise identical; the scored smoke-prefix mean shift was 0.000489 nats/token. Their results are not mixed in a formal pair. No paper speedup or full-H800 throughput equivalence is inferred.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D-W0-20261008: NLL 5.450578; D-S0-20261008: NLL 5.292458; D-W1-20261008: NLL 3.051129; D-S1-20261008: NLL 2.223681. Each run uses one historically exposed smoke book, 4096 inputs and 3070 scored positions. Faithful positions change both absolute losses and the method gap. Actual retained K+V bytes plateau 480MiB in legacy and 320MiB in faithful positions, matching between methods within each position policy. This local effect diagnoses the old implementation; it cannot establish a ten-book population conclusion, systems speedup or million-token stability. Position NLL arrays, KV traces, launch source hashes and costs are preserved.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selects the smallest k in {1,2,4,8} covering 90% of first-eight attention mass from queries 64 through 511, then freezes k within the book; negligible/invalid mass falls back to four. H2 protects position 0 and chooses the three highest-mass positions 1 through 63, breaks ties earlier, preserves chronological order and deduplicates recent K/V. Both use only causal prefix attention and a fixed 1024 retained budget. H3 is optional preallocated rolling-KV systems work, motivated only if a profiler shows material allocation cost; it is not implemented. Validation books 1022, 11155 and 13089 were selected without losses; cap 8192 and actual seeds 0/1/2 were frozen before pilot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h1_adaptive_sink: development delta -0.005345, 95% CI [-0.016612, 0.000460], runtime ratio 1.0026, peak-memory ratio 1.0000, acceptable cost True; h2_sink_selection: development delta -0.008053, 95% CI [-0.016347, -0.001836], runtime ratio 1.0084, peak-memory ratio 1.0000, acceptable cost True Selection follows the frozen lower-mean-NLL/cost rule with runtime and peak-memory ratios at most 1.10. If neither qualifies, simpler H1 is evaluated as the preregistered negative-result fallback. The owner delegated this rule; no parameter search or test selection is added. Recorded selection: h2_sink_selection. Full comparison against fixed-four StreamingLLM: Complete paired results are still pending; no verdict is assigned. Selected controls: Selected controls are pending complete raw outputs. Forced-prefix identity is independently tested; H1 has calibration-only/fixed-k controls, H2 forced-prefix/random-anchor controls. Controls use the development set and cannot be treated as full-test effects. Only the selected family's controls are required and executed. Full-test per-book cases remain pending. Per-book frozen anchors/k and calibration intervals are in tables/improvement_book_selections.csv.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h1_adaptive_sink: development delta -0.005345, 95% CI [-0.016612, 0.000460], runtime ratio 1.0026, peak-memory ratio 1.0000, acceptable cost True; h2_sink_selection: development delta -0.008053, 95% CI [-0.016347, -0.001836], runtime ratio 1.0084, peak-memory ratio 1.0000, acceptable cost True Selection follows the frozen lower-mean-NLL/cost rule with runtime and peak-memory ratios at most 1.10. If neither qualifies, simpler H1 is evaluated as the preregistered negative-result fallback. The owner delegated this rule; no parameter search or test selection is added. Recorded selection: h2_sink_selection. Full comparison against fixed-four StreamingLLM: Complete paired results are still pending; no verdict is assigned. Selected controls: Selected controls are pending complete raw outputs. Forced-prefix identity is independently tested; H1 has calibration-only/fixed-k controls, H2 forced-prefix/random-anchor controls. Controls use the development set and cannot be treated as full-test effects. Only the selected family's controls are required and executed. Full-test per-book cases remain pending. Per-book frozen anchors/k and calibration intervals are in tables/improvement_book_selections.csv.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h1_adaptive_sink: development delta -0.005345, 95% CI [-0.016612, 0.000460], runtime ratio 1.0026, peak-memory ratio 1.0000, acceptable cost True; h2_sink_selection: development delta -0.008053, 95% CI [-0.016347, -0.001836], runtime ratio 1.0084, peak-memory ratio 1.0000, acceptable cost True Selection follows the frozen lower-mean-NLL/cost rule with runtime and peak-memory ratios at most 1.10. If neither qualifies, simpler H1 is evaluated as the preregistered negative-result fallback. The owner delegated this rule; no parameter search or test selection is added. Recorded selection: h2_sink_selection. Full comparison against fixed-four StreamingLLM: Complete paired results are still pending; no verdict is assigned. Selected controls: Selected controls are pending complete raw outputs. Forced-prefix identity is independently tested; H1 has calibration-only/fixed-k controls, H2 forced-prefix/random-anchor controls. Controls use the development set and cannot be treated as full-test effects. Only the selected family's controls are required and executed. Full-test per-book cases remain pending. Per-book frozen anchors/k and calibration intervals are in tables/improvement_book_selections.csv.</a:t>
            </a:r>
          </a:p>
          <a:p/>
          <a:p>
            <a:r>
              <a:t>Per-book cases: results/improvement/per_book.csv and tables/improvement_book_selections.csv.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spent/reserved charge is 26.697345 device-instance hours, with a conservative 0.27h historical reserve. Full-GPU and MIG instance wall-hours are not normalized billing or currency cost. The user authorized unrestricted resources; 20h is no longer an execution limit. Three existing idle H800 MIG instances run seed workers concurrently, preserving another project on GPU0. Each attempt records selected UUID/parent, 30-SM class, driver, clock/power snapshot, source/config/data hashes, status, per-book recovery and registered-run wall time. The timer begins at run-directory creation and ends at finish(), includes model loading/inference/failure intervals, and excludes preflight/startup, the initial Git snapshot and post-finish checksum/exit tails. These are the same stored runtime_seconds used by the frozen cost rule; no cost field or threshold is changed. Runtime comparisons use the matched MIG class; clocks are not locked. Calibration intervals include necessary prefix forward passes and attention collection, measured as host wall time; they are not isolated extra kernel costs and are not added again to the registered-run charge. Incremental cost is assessed through registered-run ratios and controls. Pinned Python 3.10.12 / torch 2.14.0+cu130 / Transformers 4.33.0 and NVML bindings restore through setup. GPU1 instances are unaffected by GPU0's nightly cron.</a:t>
            </a:r>
          </a:p>
          <a:p/>
          <a:p>
            <a:r>
              <a:t>StreamingLLM: https://arxiv.org/html/2309.17453v4 ; official code pinned in third_party/streaming-llm. Model: pinned EleutherAI/pythia-2.8b revision and Apache-2.0 model card. PG19: DeepMind official processed GCS texts and pinned split lists. Rebuild: python scripts/build_results.py --manifest results/final_input_manifest.json ; python scripts/build_deliverables.py. Input/run hashes: results/build_provenance.json. Decisions: docs/review_packet.md. AI/roles: AI_USAGE.md and CONTRIBUTIONS.md.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fixed books are not a random sample of all PG19; one test book was previously observed. Three deterministic evaluations do not add independent books. Development selection uses only three books; attention proxies may fail, quality may not improve and calibration may exceed cost thresholds. Runtime order is not counterbalanced, clocks are unlocked and the three instances share a physical parent; ratios support the registered descriptive cost gate, not a causal speedup claim. The report preserves negative, inconclusive and failed outcomes. Agent verification is engineering verification, not an independent peer audit. The user's explicit authorization supersedes procedural approvals, while no teacher approval, member contribution, critical human review, deadline, final template or submission receipt is fabricated. Actual roster, T_final, peer review and individual defense remain human facts. Members can use the peer/defense packet. Exact Codex serving version was not exposed.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StreamingLLM on H800</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Registered scientific execution in progress</a:t>
            </a:r>
          </a:p>
          <a:p>
            <a:pPr>
              <a:spcAft>
                <a:spcPts val="1000"/>
              </a:spcAft>
              <a:defRPr sz="2300"/>
            </a:pPr>
            <a:r>
              <a:t>Main comparison: fixed-four StreamingLLM versus window attention.</a:t>
            </a:r>
          </a:p>
          <a:p>
            <a:pPr>
              <a:spcAft>
                <a:spcPts val="1000"/>
              </a:spcAft>
              <a:defRPr sz="2300"/>
            </a:pPr>
            <a:r>
              <a:t>Selected improvement: h2_sink_selection; matched H800 MIG 2g.20gb instances.</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Why positions matter</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Retain initial sinks and recent K/V within a fixed budget.</a:t>
            </a:r>
          </a:p>
          <a:p>
            <a:pPr>
              <a:spcAft>
                <a:spcPts val="1000"/>
              </a:spcAft>
              <a:defRPr sz="2300"/>
            </a:pPr>
            <a:r>
              <a:t>Cache raw K before RoPE; rotate every layer using positions continuous within the current cache.</a:t>
            </a:r>
          </a:p>
          <a:p>
            <a:pPr>
              <a:spcAft>
                <a:spcPts val="1000"/>
              </a:spcAft>
              <a:defRPr sz="2300"/>
            </a:pPr>
            <a:r>
              <a:t>A current-token position ID alone cannot verify historical query-key distances.</a:t>
            </a:r>
          </a:p>
          <a:p>
            <a:pPr>
              <a:spcAft>
                <a:spcPts val="1000"/>
              </a:spcAft>
              <a:defRPr sz="2300"/>
            </a:pPr>
            <a:r>
              <a:t>The position repair restores the baseline; H1/H2 are separate improvement hypotheses.</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Frozen inputs and scoring</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Pinned Pythia-2.8B; original ten PG19 test books; per-book cache reset; cap 16,384.</a:t>
            </a:r>
          </a:p>
          <a:p>
            <a:pPr>
              <a:spcAft>
                <a:spcPts val="1000"/>
              </a:spcAft>
              <a:defRPr sz="2300"/>
            </a:pPr>
            <a:r>
              <a:t>Input x[i] predicts x[i+1]; evict after forward. Score steps ≥1,025, first target x[1,026].</a:t>
            </a:r>
          </a:p>
          <a:p>
            <a:pPr>
              <a:spcAft>
                <a:spcPts val="1000"/>
              </a:spcAft>
              <a:defRPr sz="2300"/>
            </a:pPr>
            <a:r>
              <a:t>Retain ≤1,024 positions; forward may see 1,025. Total 144,337 scored positions per arm/seed.</a:t>
            </a:r>
          </a:p>
          <a:p>
            <a:pPr>
              <a:spcAft>
                <a:spcPts val="1000"/>
              </a:spcAft>
              <a:defRPr sz="2300"/>
            </a:pPr>
            <a:r>
              <a:t>Equal-book paired NLL is primary; pooled token PPL is secondary.</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Independent correctness evidence</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Known-probability scorer fixtures and unequal-book-length aggregation counterexamples.</a:t>
            </a:r>
          </a:p>
          <a:p>
            <a:pPr>
              <a:spcAft>
                <a:spcPts val="1000"/>
              </a:spcAft>
              <a:defRPr sz="2300"/>
            </a:pPr>
            <a:r>
              <a:t>Three-layer tiny-model oracle: every-layer trigonometric RoPE, raw-K/V, attention and final logits; full-checkpoint integration separately.</a:t>
            </a:r>
          </a:p>
          <a:p>
            <a:pPr>
              <a:spcAft>
                <a:spcPts val="1000"/>
              </a:spcAft>
              <a:defRPr sz="2300"/>
            </a:pPr>
            <a:r>
              <a:t>Strict book/token/mask/source/device contracts; missing, duplicate and nonfinite outputs fail.</a:t>
            </a:r>
          </a:p>
          <a:p>
            <a:pPr>
              <a:spcAft>
                <a:spcPts val="1000"/>
              </a:spcAft>
              <a:defRPr sz="2300"/>
            </a:pPr>
            <a:r>
              <a:t>57 CPU checks and 2 actual H800 GPU precision checks pass; failed attempts remain visible.</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Formal reproduction</a:t>
            </a:r>
          </a:p>
        </p:txBody>
      </p:sp>
      <p:sp>
        <p:nvSpPr>
          <p:cNvPr id="3" name="TextBox 2"/>
          <p:cNvSpPr txBox="1"/>
          <p:nvPr/>
        </p:nvSpPr>
        <p:spPr>
          <a:xfrm>
            <a:off x="640080" y="1325880"/>
            <a:ext cx="10881360" cy="2286000"/>
          </a:xfrm>
          <a:prstGeom prst="rect">
            <a:avLst/>
          </a:prstGeom>
          <a:noFill/>
        </p:spPr>
        <p:txBody>
          <a:bodyPr wrap="square">
            <a:spAutoFit/>
          </a:bodyPr>
          <a:lstStyle/>
          <a:p>
            <a:pPr>
              <a:spcAft>
                <a:spcPts val="1000"/>
              </a:spcAft>
              <a:defRPr sz="1800"/>
            </a:pPr>
            <a:r>
              <a:t>Paired equal-book delta -0.721756 nats/token; 95% CI [-0.759084, -0.685837]. Verdict: supported.</a:t>
            </a:r>
          </a:p>
          <a:p>
            <a:pPr>
              <a:spcAft>
                <a:spcPts val="1000"/>
              </a:spcAft>
              <a:defRPr sz="1800"/>
            </a:pPr>
            <a:r>
              <a:t>Macro NLL 3.151635 → 2.429879; secondary micro PPL 23.958 → 11.692.</a:t>
            </a:r>
          </a:p>
          <a:p>
            <a:pPr>
              <a:spcAft>
                <a:spcPts val="1000"/>
              </a:spcAft>
              <a:defRPr sz="1800"/>
            </a:pPr>
            <a:r>
              <a:t>10 books, actual seeds [0, 1, 2]; seeds are averaged within each book before the book bootstrap.</a:t>
            </a:r>
          </a:p>
        </p:txBody>
      </p:sp>
      <p:pic>
        <p:nvPicPr>
          <p:cNvPr id="4" name="Picture 3" descr="reproduction_per_book_delta.png"/>
          <p:cNvPicPr>
            <a:picLocks noChangeAspect="1"/>
          </p:cNvPicPr>
          <p:nvPr/>
        </p:nvPicPr>
        <p:blipFill>
          <a:blip r:embed="rId2"/>
          <a:stretch>
            <a:fillRect/>
          </a:stretch>
        </p:blipFill>
        <p:spPr>
          <a:xfrm>
            <a:off x="3672687" y="3794760"/>
            <a:ext cx="4846320" cy="2423160"/>
          </a:xfrm>
          <a:prstGeom prst="rect">
            <a:avLst/>
          </a:prstGeom>
        </p:spPr>
      </p:pic>
      <p:sp>
        <p:nvSpPr>
          <p:cNvPr id="5" name="TextBox 4"/>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What the old smoke concealed</a:t>
            </a:r>
          </a:p>
        </p:txBody>
      </p:sp>
      <p:sp>
        <p:nvSpPr>
          <p:cNvPr id="3" name="TextBox 2"/>
          <p:cNvSpPr txBox="1"/>
          <p:nvPr/>
        </p:nvSpPr>
        <p:spPr>
          <a:xfrm>
            <a:off x="640080" y="1325880"/>
            <a:ext cx="10881360" cy="2286000"/>
          </a:xfrm>
          <a:prstGeom prst="rect">
            <a:avLst/>
          </a:prstGeom>
          <a:noFill/>
        </p:spPr>
        <p:txBody>
          <a:bodyPr wrap="square">
            <a:spAutoFit/>
          </a:bodyPr>
          <a:lstStyle/>
          <a:p>
            <a:pPr>
              <a:spcAft>
                <a:spcPts val="1000"/>
              </a:spcAft>
              <a:defRPr sz="1800"/>
            </a:pPr>
            <a:r>
              <a:t>Legacy: window 5.450578, sinks 5.292458; local delta −0.158119.</a:t>
            </a:r>
          </a:p>
          <a:p>
            <a:pPr>
              <a:spcAft>
                <a:spcPts val="1000"/>
              </a:spcAft>
              <a:defRPr sz="1800"/>
            </a:pPr>
            <a:r>
              <a:t>Corrected positions: window 3.051129, sinks 2.223681; local delta −0.827448.</a:t>
            </a:r>
          </a:p>
          <a:p>
            <a:pPr>
              <a:spcAft>
                <a:spcPts val="1000"/>
              </a:spcAft>
              <a:defRPr sz="1800"/>
            </a:pPr>
            <a:r>
              <a:t>One exposed book / 3,070 scored positions: mechanism diagnosis, separate from the formal verdict.</a:t>
            </a:r>
          </a:p>
        </p:txBody>
      </p:sp>
      <p:pic>
        <p:nvPicPr>
          <p:cNvPr id="4" name="Picture 3" descr="diagnostic_nll_vs_position.png"/>
          <p:cNvPicPr>
            <a:picLocks noChangeAspect="1"/>
          </p:cNvPicPr>
          <p:nvPr/>
        </p:nvPicPr>
        <p:blipFill>
          <a:blip r:embed="rId2"/>
          <a:stretch>
            <a:fillRect/>
          </a:stretch>
        </p:blipFill>
        <p:spPr>
          <a:xfrm>
            <a:off x="3672687" y="3794760"/>
            <a:ext cx="4846320" cy="2423160"/>
          </a:xfrm>
          <a:prstGeom prst="rect">
            <a:avLst/>
          </a:prstGeom>
        </p:spPr>
      </p:pic>
      <p:sp>
        <p:nvSpPr>
          <p:cNvPr id="5" name="TextBox 4"/>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Three falsifiable hypotheses</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H1: freeze the smallest k in {1,2,4,8} covering 90% of first-eight causal prefix attention mass.</a:t>
            </a:r>
          </a:p>
          <a:p>
            <a:pPr>
              <a:spcAft>
                <a:spcPts val="1000"/>
              </a:spcAft>
              <a:defRPr sz="2300"/>
            </a:pPr>
            <a:r>
              <a:t>H2: keep position 0 plus three causal attention-ranked anchors among positions 1–63.</a:t>
            </a:r>
          </a:p>
          <a:p>
            <a:pPr>
              <a:spcAft>
                <a:spcPts val="1000"/>
              </a:spcAft>
              <a:defRPr sz="2300"/>
            </a:pPr>
            <a:r>
              <a:t>H3: optional preallocated rolling KV, conditional on profiler evidence; not implemented.</a:t>
            </a:r>
          </a:p>
          <a:p>
            <a:pPr>
              <a:spcAft>
                <a:spcPts val="1000"/>
              </a:spcAft>
              <a:defRPr sz="2300"/>
            </a:pPr>
            <a:r>
              <a:t>No test tuning. Two validation pilots use three frozen books, 8,192-token caps and seeds 0/1/2.</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Pilots and frozen selection</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h1_adaptive_sink: delta -0.005345; runtime 1.003x; peak memory 1.000x; cost acceptable: True.</a:t>
            </a:r>
          </a:p>
          <a:p>
            <a:pPr>
              <a:spcAft>
                <a:spcPts val="1000"/>
              </a:spcAft>
              <a:defRPr sz="2300"/>
            </a:pPr>
            <a:r>
              <a:t>h2_sink_selection: delta -0.008053; runtime 1.008x; peak memory 1.000x; cost acceptable: True.</a:t>
            </a:r>
          </a:p>
          <a:p>
            <a:pPr>
              <a:spcAft>
                <a:spcPts val="1000"/>
              </a:spcAft>
              <a:defRPr sz="2300"/>
            </a:pPr>
            <a:r>
              <a:t>Recorded selection: h2_sink_selection. Lower negative mean delta wins subject to runtime/memory ≤1.10x; H1 is the negative-result fallback.</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Full selected-method evaluation</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Full evaluation follows the frozen pilot rule.</a:t>
            </a:r>
          </a:p>
          <a:p>
            <a:pPr>
              <a:spcAft>
                <a:spcPts val="1000"/>
              </a:spcAft>
              <a:defRPr sz="2300"/>
            </a:pPr>
            <a:r>
              <a:t>No final numerical verdict is assigned before all registered outputs validate.</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Controls and failure cases</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Controls use the three development books. Forced-prefix/calibration-only identities are independently checked.</a:t>
            </a:r>
          </a:p>
          <a:p>
            <a:pPr>
              <a:spcAft>
                <a:spcPts val="1000"/>
              </a:spcAft>
              <a:defRPr sz="2300"/>
            </a:pPr>
            <a:r>
              <a:t>Preserve negative/inconclusive outcomes, original raw traces and per-book selections; no further test search.</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Reproduce the evidence</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New Python 3.10 environment: all 67 locked dependency versions match; 57 CPU checks pass.</a:t>
            </a:r>
          </a:p>
          <a:p>
            <a:pPr>
              <a:spcAft>
                <a:spcPts val="1000"/>
              </a:spcAft>
              <a:defRPr sz="2300"/>
            </a:pPr>
            <a:r>
              <a:t>Public model/tokenizer/text recovery and all 13 frozen-book hashes validate.</a:t>
            </a:r>
          </a:p>
          <a:p>
            <a:pPr>
              <a:spcAft>
                <a:spcPts val="1000"/>
              </a:spcAft>
              <a:defRPr sz="2300"/>
            </a:pPr>
            <a:r>
              <a:t>Immutable run → config/source/data → NPZ → metric → table/figure hash chain.</a:t>
            </a:r>
          </a:p>
          <a:p>
            <a:pPr>
              <a:spcAft>
                <a:spcPts val="1000"/>
              </a:spcAft>
              <a:defRPr sz="2300"/>
            </a:pPr>
            <a:r>
              <a:t>Actual terminal demo and source-linked fallback; owner authorization and AI actions are recorded.</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731520"/>
          </a:xfrm>
          <a:prstGeom prst="rect">
            <a:avLst/>
          </a:prstGeom>
          <a:noFill/>
        </p:spPr>
        <p:txBody>
          <a:bodyPr wrap="none">
            <a:spAutoFit/>
          </a:bodyPr>
          <a:lstStyle/>
          <a:p>
            <a:pPr>
              <a:defRPr sz="3000"/>
            </a:pPr>
            <a:r>
              <a:t>Limits and defensible conclusions</a:t>
            </a:r>
          </a:p>
        </p:txBody>
      </p:sp>
      <p:sp>
        <p:nvSpPr>
          <p:cNvPr id="3" name="TextBox 2"/>
          <p:cNvSpPr txBox="1"/>
          <p:nvPr/>
        </p:nvSpPr>
        <p:spPr>
          <a:xfrm>
            <a:off x="640080" y="1325880"/>
            <a:ext cx="10881360" cy="4846320"/>
          </a:xfrm>
          <a:prstGeom prst="rect">
            <a:avLst/>
          </a:prstGeom>
          <a:noFill/>
        </p:spPr>
        <p:txBody>
          <a:bodyPr wrap="square">
            <a:spAutoFit/>
          </a:bodyPr>
          <a:lstStyle/>
          <a:p>
            <a:pPr>
              <a:spcAft>
                <a:spcPts val="1000"/>
              </a:spcAft>
              <a:defRPr sz="2300"/>
            </a:pPr>
            <a:r>
              <a:t>Ten fixed books and one historically exposed smoke book; CI does not establish all-PG19 generality.</a:t>
            </a:r>
          </a:p>
          <a:p>
            <a:pPr>
              <a:spcAft>
                <a:spcPts val="1000"/>
              </a:spcAft>
              <a:defRPr sz="2300"/>
            </a:pPr>
            <a:r>
              <a:t>Independent resets, 16K streams and MIG hardware limit direct comparisons with the paper.</a:t>
            </a:r>
          </a:p>
          <a:p>
            <a:pPr>
              <a:spcAft>
                <a:spcPts val="1000"/>
              </a:spcAft>
              <a:defRPr sz="2300"/>
            </a:pPr>
            <a:r>
              <a:t>No million-token, training or speedup claim. Runtime is measured with unlocked clocks.</a:t>
            </a:r>
          </a:p>
          <a:p>
            <a:pPr>
              <a:spcAft>
                <a:spcPts val="1000"/>
              </a:spcAft>
              <a:defRPr sz="2300"/>
            </a:pPr>
            <a:r>
              <a:t>Scientific/engineering evidence is complete only when validated. Peer review, real contributions and individual defense remain human facts.</a:t>
            </a:r>
          </a:p>
        </p:txBody>
      </p:sp>
      <p:sp>
        <p:nvSpPr>
          <p:cNvPr id="4" name="TextBox 3"/>
          <p:cNvSpPr txBox="1"/>
          <p:nvPr/>
        </p:nvSpPr>
        <p:spPr>
          <a:xfrm>
            <a:off x="640080" y="6419088"/>
            <a:ext cx="10972800" cy="256032"/>
          </a:xfrm>
          <a:prstGeom prst="rect">
            <a:avLst/>
          </a:prstGeom>
          <a:noFill/>
        </p:spPr>
        <p:txBody>
          <a:bodyPr wrap="none">
            <a:spAutoFit/>
          </a:bodyPr>
          <a:lstStyle/>
          <a:p>
            <a:pPr>
              <a:defRPr sz="1000"/>
            </a:pPr>
            <a:r>
              <a:t>Exact inputs in results/build_provenance.json | owner-authorized execution | human activities separately recorded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